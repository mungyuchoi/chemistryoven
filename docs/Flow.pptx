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2172" y="10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5CF3-AB5F-463D-B2FA-E83BA4B3C59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8F8-0E59-43AC-BB5A-624D62AF5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43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5CF3-AB5F-463D-B2FA-E83BA4B3C59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8F8-0E59-43AC-BB5A-624D62AF5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385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5CF3-AB5F-463D-B2FA-E83BA4B3C59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8F8-0E59-43AC-BB5A-624D62AF5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92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5CF3-AB5F-463D-B2FA-E83BA4B3C59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8F8-0E59-43AC-BB5A-624D62AF5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65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5CF3-AB5F-463D-B2FA-E83BA4B3C59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8F8-0E59-43AC-BB5A-624D62AF5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148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5CF3-AB5F-463D-B2FA-E83BA4B3C59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8F8-0E59-43AC-BB5A-624D62AF5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415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5CF3-AB5F-463D-B2FA-E83BA4B3C59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8F8-0E59-43AC-BB5A-624D62AF5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435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5CF3-AB5F-463D-B2FA-E83BA4B3C59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8F8-0E59-43AC-BB5A-624D62AF5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349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5CF3-AB5F-463D-B2FA-E83BA4B3C59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8F8-0E59-43AC-BB5A-624D62AF5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594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5CF3-AB5F-463D-B2FA-E83BA4B3C59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8F8-0E59-43AC-BB5A-624D62AF5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20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5CF3-AB5F-463D-B2FA-E83BA4B3C59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8F8-0E59-43AC-BB5A-624D62AF5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923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35CF3-AB5F-463D-B2FA-E83BA4B3C59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398F8-0E59-43AC-BB5A-624D62AF5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74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6" y="198664"/>
            <a:ext cx="2822693" cy="5934892"/>
          </a:xfrm>
          <a:prstGeom prst="rect">
            <a:avLst/>
          </a:prstGeom>
        </p:spPr>
      </p:pic>
      <p:cxnSp>
        <p:nvCxnSpPr>
          <p:cNvPr id="9" name="직선 화살표 연결선 8"/>
          <p:cNvCxnSpPr>
            <a:stCxn id="14" idx="3"/>
            <a:endCxn id="2" idx="1"/>
          </p:cNvCxnSpPr>
          <p:nvPr/>
        </p:nvCxnSpPr>
        <p:spPr>
          <a:xfrm flipV="1">
            <a:off x="2813051" y="1770835"/>
            <a:ext cx="1918478" cy="3058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23589" y="1973515"/>
            <a:ext cx="181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비 회원 시 </a:t>
            </a:r>
            <a:endParaRPr lang="en-US" altLang="ko-KR" sz="1200" dirty="0" smtClean="0"/>
          </a:p>
          <a:p>
            <a:r>
              <a:rPr lang="ko-KR" altLang="en-US" sz="1200" dirty="0" smtClean="0"/>
              <a:t>로그인 페이지로 이동</a:t>
            </a:r>
            <a:endParaRPr lang="en-US" altLang="ko-KR" sz="1200" dirty="0" smtClean="0"/>
          </a:p>
        </p:txBody>
      </p:sp>
      <p:sp>
        <p:nvSpPr>
          <p:cNvPr id="14" name="직사각형 13"/>
          <p:cNvSpPr/>
          <p:nvPr/>
        </p:nvSpPr>
        <p:spPr>
          <a:xfrm>
            <a:off x="203201" y="4058194"/>
            <a:ext cx="2609850" cy="15414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498" y="3504372"/>
            <a:ext cx="1535997" cy="3229532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8911706" y="6412776"/>
            <a:ext cx="1385910" cy="2775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10349870" y="6595112"/>
            <a:ext cx="1122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349870" y="6266427"/>
            <a:ext cx="1315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신청하기 클릭</a:t>
            </a:r>
            <a:endParaRPr lang="ko-KR" altLang="en-US" sz="1200" dirty="0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382" y="0"/>
            <a:ext cx="1560488" cy="3281028"/>
          </a:xfrm>
          <a:prstGeom prst="rect">
            <a:avLst/>
          </a:prstGeom>
        </p:spPr>
      </p:pic>
      <p:cxnSp>
        <p:nvCxnSpPr>
          <p:cNvPr id="25" name="직선 화살표 연결선 24"/>
          <p:cNvCxnSpPr>
            <a:stCxn id="47" idx="3"/>
            <a:endCxn id="2" idx="1"/>
          </p:cNvCxnSpPr>
          <p:nvPr/>
        </p:nvCxnSpPr>
        <p:spPr>
          <a:xfrm flipV="1">
            <a:off x="2813051" y="1770835"/>
            <a:ext cx="1918478" cy="4079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491072" y="780678"/>
            <a:ext cx="1130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아직 확정된 일정이 없을 때 뜨는 창</a:t>
            </a:r>
            <a:endParaRPr lang="ko-KR" altLang="en-US" sz="1200" dirty="0"/>
          </a:p>
        </p:txBody>
      </p:sp>
      <p:sp>
        <p:nvSpPr>
          <p:cNvPr id="47" name="직사각형 46"/>
          <p:cNvSpPr/>
          <p:nvPr/>
        </p:nvSpPr>
        <p:spPr>
          <a:xfrm>
            <a:off x="1275040" y="5665263"/>
            <a:ext cx="1538011" cy="370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화살표 연결선 50"/>
          <p:cNvCxnSpPr>
            <a:stCxn id="2" idx="3"/>
            <a:endCxn id="24" idx="1"/>
          </p:cNvCxnSpPr>
          <p:nvPr/>
        </p:nvCxnSpPr>
        <p:spPr>
          <a:xfrm flipV="1">
            <a:off x="6400672" y="1640514"/>
            <a:ext cx="2388710" cy="130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stCxn id="2" idx="3"/>
            <a:endCxn id="16" idx="1"/>
          </p:cNvCxnSpPr>
          <p:nvPr/>
        </p:nvCxnSpPr>
        <p:spPr>
          <a:xfrm>
            <a:off x="6400672" y="1770835"/>
            <a:ext cx="2394826" cy="3348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196195" y="5665263"/>
            <a:ext cx="1009337" cy="370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1508126" y="6312593"/>
            <a:ext cx="181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비 회원 시 </a:t>
            </a:r>
            <a:endParaRPr lang="en-US" altLang="ko-KR" sz="1200" dirty="0" smtClean="0"/>
          </a:p>
          <a:p>
            <a:r>
              <a:rPr lang="ko-KR" altLang="en-US" sz="1200" dirty="0" smtClean="0"/>
              <a:t>둘러보기 가능</a:t>
            </a:r>
            <a:endParaRPr lang="en-US" altLang="ko-KR" sz="1200" dirty="0" smtClean="0"/>
          </a:p>
        </p:txBody>
      </p:sp>
      <p:cxnSp>
        <p:nvCxnSpPr>
          <p:cNvPr id="60" name="직선 화살표 연결선 59"/>
          <p:cNvCxnSpPr>
            <a:endCxn id="59" idx="1"/>
          </p:cNvCxnSpPr>
          <p:nvPr/>
        </p:nvCxnSpPr>
        <p:spPr>
          <a:xfrm>
            <a:off x="700863" y="6543425"/>
            <a:ext cx="80726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>
            <a:endCxn id="58" idx="2"/>
          </p:cNvCxnSpPr>
          <p:nvPr/>
        </p:nvCxnSpPr>
        <p:spPr>
          <a:xfrm flipV="1">
            <a:off x="700863" y="6036128"/>
            <a:ext cx="1" cy="5072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그림 7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551" y="3562651"/>
            <a:ext cx="1483101" cy="3118316"/>
          </a:xfrm>
          <a:prstGeom prst="rect">
            <a:avLst/>
          </a:prstGeom>
        </p:spPr>
      </p:pic>
      <p:cxnSp>
        <p:nvCxnSpPr>
          <p:cNvPr id="72" name="직선 화살표 연결선 71"/>
          <p:cNvCxnSpPr/>
          <p:nvPr/>
        </p:nvCxnSpPr>
        <p:spPr>
          <a:xfrm flipV="1">
            <a:off x="983047" y="6312593"/>
            <a:ext cx="3841504" cy="25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V="1">
            <a:off x="983047" y="6055778"/>
            <a:ext cx="0" cy="282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808348" y="5559184"/>
            <a:ext cx="181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비 </a:t>
            </a:r>
            <a:r>
              <a:rPr lang="ko-KR" altLang="en-US" sz="1200" dirty="0" smtClean="0"/>
              <a:t>회원은 클릭 시 </a:t>
            </a:r>
            <a:endParaRPr lang="en-US" altLang="ko-KR" sz="1200" dirty="0" smtClean="0"/>
          </a:p>
          <a:p>
            <a:r>
              <a:rPr lang="ko-KR" altLang="en-US" sz="1200" dirty="0" smtClean="0"/>
              <a:t>로그인 페이지로 이동</a:t>
            </a:r>
            <a:endParaRPr lang="en-US" altLang="ko-KR" sz="1200" dirty="0" smtClean="0"/>
          </a:p>
        </p:txBody>
      </p:sp>
      <p:cxnSp>
        <p:nvCxnSpPr>
          <p:cNvPr id="92" name="직선 화살표 연결선 91"/>
          <p:cNvCxnSpPr>
            <a:endCxn id="91" idx="1"/>
          </p:cNvCxnSpPr>
          <p:nvPr/>
        </p:nvCxnSpPr>
        <p:spPr>
          <a:xfrm>
            <a:off x="6096000" y="5425320"/>
            <a:ext cx="712348" cy="364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>
            <a:endCxn id="91" idx="1"/>
          </p:cNvCxnSpPr>
          <p:nvPr/>
        </p:nvCxnSpPr>
        <p:spPr>
          <a:xfrm flipV="1">
            <a:off x="6136861" y="5790017"/>
            <a:ext cx="671487" cy="48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6"/>
          <a:srcRect l="12844" t="3712" r="13031" b="11405"/>
          <a:stretch/>
        </p:blipFill>
        <p:spPr>
          <a:xfrm>
            <a:off x="4731529" y="94435"/>
            <a:ext cx="1669143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356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7" y="91440"/>
            <a:ext cx="3045233" cy="6598005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 rot="2700000">
            <a:off x="280323" y="5712903"/>
            <a:ext cx="432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801794" y="5928903"/>
            <a:ext cx="26145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16300" y="5790403"/>
            <a:ext cx="1315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홈 화면 시</a:t>
            </a:r>
            <a:endParaRPr lang="ko-KR" alt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2956708" y="1365585"/>
            <a:ext cx="1220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클릭 시 </a:t>
            </a:r>
            <a:r>
              <a:rPr lang="ko-KR" altLang="en-US" sz="1200" dirty="0" err="1" smtClean="0"/>
              <a:t>신청탭</a:t>
            </a:r>
            <a:endParaRPr lang="en-US" altLang="ko-KR" sz="1200" dirty="0" smtClean="0"/>
          </a:p>
          <a:p>
            <a:r>
              <a:rPr lang="ko-KR" altLang="en-US" sz="1200" dirty="0" err="1" smtClean="0"/>
              <a:t>으로</a:t>
            </a:r>
            <a:r>
              <a:rPr lang="ko-KR" altLang="en-US" sz="1200" dirty="0" smtClean="0"/>
              <a:t> 이동</a:t>
            </a:r>
            <a:endParaRPr lang="ko-KR" altLang="en-US" sz="1200" dirty="0"/>
          </a:p>
        </p:txBody>
      </p:sp>
      <p:cxnSp>
        <p:nvCxnSpPr>
          <p:cNvPr id="11" name="직선 화살표 연결선 10"/>
          <p:cNvCxnSpPr>
            <a:endCxn id="13" idx="1"/>
          </p:cNvCxnSpPr>
          <p:nvPr/>
        </p:nvCxnSpPr>
        <p:spPr>
          <a:xfrm>
            <a:off x="2968364" y="1965748"/>
            <a:ext cx="3104452" cy="2698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93099" y="3159609"/>
            <a:ext cx="194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살세</a:t>
            </a:r>
            <a:r>
              <a:rPr lang="ko-KR" altLang="en-US" sz="1200" dirty="0" smtClean="0"/>
              <a:t> 일정 및 </a:t>
            </a:r>
            <a:endParaRPr lang="en-US" altLang="ko-KR" sz="1200" dirty="0"/>
          </a:p>
          <a:p>
            <a:r>
              <a:rPr lang="ko-KR" altLang="en-US" sz="1200" dirty="0" smtClean="0"/>
              <a:t>신청 탭으로 넘어감</a:t>
            </a:r>
            <a:endParaRPr lang="ko-KR" altLang="en-US" sz="1200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816" y="2459045"/>
            <a:ext cx="2098093" cy="4411375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6126676" y="6411862"/>
            <a:ext cx="2044232" cy="4461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8197171" y="6602047"/>
            <a:ext cx="1122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97171" y="6273362"/>
            <a:ext cx="1315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신청하기 클릭</a:t>
            </a:r>
            <a:endParaRPr lang="ko-KR" altLang="en-US" sz="1200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0925" y="156884"/>
            <a:ext cx="1799419" cy="3783396"/>
          </a:xfrm>
          <a:prstGeom prst="rect">
            <a:avLst/>
          </a:prstGeom>
        </p:spPr>
      </p:pic>
      <p:cxnSp>
        <p:nvCxnSpPr>
          <p:cNvPr id="18" name="직선 화살표 연결선 17"/>
          <p:cNvCxnSpPr/>
          <p:nvPr/>
        </p:nvCxnSpPr>
        <p:spPr>
          <a:xfrm>
            <a:off x="3028950" y="1256169"/>
            <a:ext cx="6791975" cy="13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07752" y="925341"/>
            <a:ext cx="2931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아직 확정된 일정이 없을 때 뜨는 창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93279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529" y="1221871"/>
            <a:ext cx="2426366" cy="510159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7" y="91440"/>
            <a:ext cx="3045233" cy="6598005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 rot="2700000">
            <a:off x="1032797" y="5779578"/>
            <a:ext cx="432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1468544" y="5957478"/>
            <a:ext cx="26145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80738" y="6046462"/>
            <a:ext cx="1315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회차</a:t>
            </a:r>
            <a:r>
              <a:rPr lang="ko-KR" altLang="en-US" sz="1200" dirty="0" smtClean="0"/>
              <a:t> 클릭 시</a:t>
            </a:r>
            <a:endParaRPr lang="ko-KR" altLang="en-US" sz="1200" dirty="0"/>
          </a:p>
        </p:txBody>
      </p:sp>
      <p:cxnSp>
        <p:nvCxnSpPr>
          <p:cNvPr id="8" name="직선 화살표 연결선 7"/>
          <p:cNvCxnSpPr>
            <a:endCxn id="38" idx="1"/>
          </p:cNvCxnSpPr>
          <p:nvPr/>
        </p:nvCxnSpPr>
        <p:spPr>
          <a:xfrm flipV="1">
            <a:off x="5000624" y="2191416"/>
            <a:ext cx="3587152" cy="1089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80827" y="2603423"/>
            <a:ext cx="1220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클릭 시 </a:t>
            </a:r>
            <a:r>
              <a:rPr lang="ko-KR" altLang="en-US" sz="1200" dirty="0" err="1" smtClean="0"/>
              <a:t>신청탭</a:t>
            </a:r>
            <a:endParaRPr lang="en-US" altLang="ko-KR" sz="1200" dirty="0" smtClean="0"/>
          </a:p>
          <a:p>
            <a:r>
              <a:rPr lang="ko-KR" altLang="en-US" sz="1200" dirty="0" err="1" smtClean="0"/>
              <a:t>으로</a:t>
            </a:r>
            <a:r>
              <a:rPr lang="ko-KR" altLang="en-US" sz="1200" dirty="0" smtClean="0"/>
              <a:t> 이동</a:t>
            </a:r>
            <a:endParaRPr lang="ko-KR" altLang="en-US" sz="1200" dirty="0"/>
          </a:p>
        </p:txBody>
      </p:sp>
      <p:sp>
        <p:nvSpPr>
          <p:cNvPr id="6" name="직사각형 5"/>
          <p:cNvSpPr/>
          <p:nvPr/>
        </p:nvSpPr>
        <p:spPr>
          <a:xfrm>
            <a:off x="4595863" y="3067050"/>
            <a:ext cx="404761" cy="428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>
            <a:stCxn id="38" idx="2"/>
          </p:cNvCxnSpPr>
          <p:nvPr/>
        </p:nvCxnSpPr>
        <p:spPr>
          <a:xfrm>
            <a:off x="9628785" y="4380204"/>
            <a:ext cx="0" cy="1049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V="1">
            <a:off x="5394691" y="753925"/>
            <a:ext cx="0" cy="1766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5256579" y="2520326"/>
            <a:ext cx="276225" cy="3068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4798243" y="271620"/>
            <a:ext cx="1518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일정이 선택 안되어 있으면 </a:t>
            </a:r>
            <a:r>
              <a:rPr lang="ko-KR" altLang="en-US" sz="1200" dirty="0" err="1" smtClean="0"/>
              <a:t>안눌림</a:t>
            </a:r>
            <a:endParaRPr lang="ko-KR" altLang="en-US" sz="1200" dirty="0"/>
          </a:p>
        </p:txBody>
      </p:sp>
      <p:sp>
        <p:nvSpPr>
          <p:cNvPr id="20" name="직사각형 19"/>
          <p:cNvSpPr/>
          <p:nvPr/>
        </p:nvSpPr>
        <p:spPr>
          <a:xfrm>
            <a:off x="4507355" y="4481092"/>
            <a:ext cx="2320540" cy="828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6182993" y="4631132"/>
            <a:ext cx="494032" cy="2208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꺾인 연결선 22"/>
          <p:cNvCxnSpPr/>
          <p:nvPr/>
        </p:nvCxnSpPr>
        <p:spPr>
          <a:xfrm rot="16200000" flipH="1">
            <a:off x="6411306" y="4907780"/>
            <a:ext cx="557526" cy="4873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27895" y="5466890"/>
            <a:ext cx="1518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신청 가능 상태만 클릭 가능</a:t>
            </a:r>
            <a:endParaRPr lang="en-US" altLang="ko-KR" sz="1200" dirty="0" smtClean="0"/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776" y="2628"/>
            <a:ext cx="2082018" cy="437757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849834" y="5453250"/>
            <a:ext cx="1675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신청 누르면 안내사항 떠서 알림</a:t>
            </a:r>
            <a:endParaRPr lang="en-US" altLang="ko-KR" sz="1200" dirty="0" smtClean="0"/>
          </a:p>
        </p:txBody>
      </p:sp>
      <p:cxnSp>
        <p:nvCxnSpPr>
          <p:cNvPr id="43" name="직선 화살표 연결선 42"/>
          <p:cNvCxnSpPr>
            <a:endCxn id="38" idx="1"/>
          </p:cNvCxnSpPr>
          <p:nvPr/>
        </p:nvCxnSpPr>
        <p:spPr>
          <a:xfrm flipV="1">
            <a:off x="6794200" y="2191416"/>
            <a:ext cx="1793576" cy="2794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8704951" y="3942061"/>
            <a:ext cx="1964842" cy="355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8345949" y="5951610"/>
            <a:ext cx="262685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 smtClean="0"/>
              <a:t>신청해주셔서</a:t>
            </a:r>
            <a:r>
              <a:rPr lang="ko-KR" altLang="en-US" sz="1200" dirty="0" smtClean="0"/>
              <a:t> 감사합니다</a:t>
            </a:r>
            <a:r>
              <a:rPr lang="en-US" altLang="ko-KR" sz="1200" dirty="0" smtClean="0"/>
              <a:t>. </a:t>
            </a:r>
          </a:p>
          <a:p>
            <a:pPr algn="ctr"/>
            <a:r>
              <a:rPr lang="ko-KR" altLang="en-US" sz="1200" dirty="0" smtClean="0"/>
              <a:t>개인 정보를 </a:t>
            </a:r>
            <a:r>
              <a:rPr lang="ko-KR" altLang="en-US" sz="1200" dirty="0"/>
              <a:t>바</a:t>
            </a:r>
            <a:r>
              <a:rPr lang="ko-KR" altLang="en-US" sz="1200" dirty="0" smtClean="0"/>
              <a:t>탕으로 인원 선정 뒤 </a:t>
            </a:r>
            <a:endParaRPr lang="en-US" altLang="ko-KR" sz="1200" dirty="0" smtClean="0"/>
          </a:p>
          <a:p>
            <a:pPr algn="ctr"/>
            <a:r>
              <a:rPr lang="ko-KR" altLang="en-US" sz="1200" dirty="0" smtClean="0"/>
              <a:t>알림 및 문자 보내드립니다</a:t>
            </a:r>
            <a:r>
              <a:rPr lang="en-US" altLang="ko-KR" sz="12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8290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7" y="91440"/>
            <a:ext cx="3045233" cy="659800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 rot="2700000">
            <a:off x="1794797" y="5770053"/>
            <a:ext cx="432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 flipV="1">
            <a:off x="2259119" y="5943600"/>
            <a:ext cx="2198581" cy="4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54583" y="6014525"/>
            <a:ext cx="1107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내역 클릭 시</a:t>
            </a:r>
            <a:endParaRPr lang="ko-KR" altLang="en-US" sz="1200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559" y="1808436"/>
            <a:ext cx="2252774" cy="48810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91442" y="3159048"/>
            <a:ext cx="1638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1. </a:t>
            </a:r>
            <a:r>
              <a:rPr lang="ko-KR" altLang="en-US" sz="1200" dirty="0" smtClean="0"/>
              <a:t>인원 선정 대기 </a:t>
            </a:r>
            <a:endParaRPr lang="ko-KR" alt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7391442" y="3711498"/>
            <a:ext cx="1638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2. </a:t>
            </a:r>
            <a:r>
              <a:rPr lang="ko-KR" altLang="en-US" sz="1200" dirty="0" err="1" smtClean="0"/>
              <a:t>선정완료</a:t>
            </a:r>
            <a:endParaRPr lang="ko-KR" alt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7391442" y="4292190"/>
            <a:ext cx="1638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3. </a:t>
            </a:r>
            <a:r>
              <a:rPr lang="ko-KR" altLang="en-US" sz="1200" dirty="0" err="1" smtClean="0"/>
              <a:t>미선정</a:t>
            </a:r>
            <a:r>
              <a:rPr lang="ko-KR" altLang="en-US" sz="1200" dirty="0" smtClean="0"/>
              <a:t> 안내</a:t>
            </a:r>
            <a:endParaRPr lang="ko-KR" alt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7391442" y="4997830"/>
            <a:ext cx="1638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4. </a:t>
            </a:r>
            <a:r>
              <a:rPr lang="ko-KR" altLang="en-US" sz="1200" dirty="0" err="1" smtClean="0"/>
              <a:t>확정대기</a:t>
            </a:r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입금전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7391442" y="5737526"/>
            <a:ext cx="1638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5. </a:t>
            </a:r>
            <a:r>
              <a:rPr lang="ko-KR" altLang="en-US" sz="1200" dirty="0" err="1" smtClean="0"/>
              <a:t>참가대기</a:t>
            </a:r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당일오픈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7098583" y="2559657"/>
            <a:ext cx="2400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각 내역과 간단한 </a:t>
            </a:r>
            <a:r>
              <a:rPr lang="ko-KR" altLang="en-US" sz="1200" dirty="0" err="1" smtClean="0"/>
              <a:t>안내사항이</a:t>
            </a:r>
            <a:endParaRPr lang="en-US" altLang="ko-KR" sz="1200" dirty="0" smtClean="0"/>
          </a:p>
          <a:p>
            <a:r>
              <a:rPr lang="ko-KR" altLang="en-US" sz="1200" dirty="0" smtClean="0"/>
              <a:t>상황에 맞게 뜨도록 함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86758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7" y="91440"/>
            <a:ext cx="3045233" cy="659800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 rot="2700000">
            <a:off x="2569497" y="5808153"/>
            <a:ext cx="432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 flipV="1">
            <a:off x="3033819" y="5981700"/>
            <a:ext cx="2198581" cy="4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29283" y="6052625"/>
            <a:ext cx="1107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내역 클릭 시</a:t>
            </a:r>
            <a:endParaRPr lang="ko-KR" altLang="en-US" sz="12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681" y="885893"/>
            <a:ext cx="2678562" cy="580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165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7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1757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125</Words>
  <Application>Microsoft Office PowerPoint</Application>
  <PresentationFormat>와이드스크린</PresentationFormat>
  <Paragraphs>33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DB400TFA</dc:creator>
  <cp:lastModifiedBy>DB400TFA</cp:lastModifiedBy>
  <cp:revision>9</cp:revision>
  <dcterms:created xsi:type="dcterms:W3CDTF">2026-05-14T01:14:58Z</dcterms:created>
  <dcterms:modified xsi:type="dcterms:W3CDTF">2026-05-20T02:48:14Z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