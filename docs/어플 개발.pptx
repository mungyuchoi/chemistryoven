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56" userDrawn="1">
          <p15:clr>
            <a:srgbClr val="A4A3A4"/>
          </p15:clr>
        </p15:guide>
        <p15:guide id="2" pos="39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4156"/>
        <p:guide pos="39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5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57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0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38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95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93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28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54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0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22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94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A3BB9-55A0-4CE4-9B91-2E443BBA6484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67825-7FE4-42D4-8000-8F1C7B0DC8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12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13509" y="156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13509" y="3585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13509" y="41801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13509" y="1670956"/>
            <a:ext cx="2002972" cy="9416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Log in</a:t>
            </a:r>
          </a:p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회원가입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47405" y="409302"/>
            <a:ext cx="123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어플</a:t>
            </a:r>
            <a:r>
              <a:rPr lang="ko-KR" altLang="en-US" dirty="0" smtClean="0"/>
              <a:t> 네임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47405" y="1670956"/>
            <a:ext cx="20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로그인 회원가입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647405" y="2932610"/>
            <a:ext cx="2055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Contact us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313509" y="3152503"/>
            <a:ext cx="2002972" cy="2079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문의사항 </a:t>
            </a:r>
            <a:r>
              <a:rPr lang="en-US" altLang="ko-KR" sz="1200" dirty="0" smtClean="0">
                <a:solidFill>
                  <a:schemeClr val="tx1"/>
                </a:solidFill>
              </a:rPr>
              <a:t>: email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348549" y="27353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348549" y="88173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6348549" y="1007540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회원가입 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12778" y="511150"/>
            <a:ext cx="33963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회원가입 시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전화번호 확인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개인정보 입력</a:t>
            </a:r>
            <a:r>
              <a:rPr lang="en-US" altLang="ko-KR" dirty="0" smtClean="0"/>
              <a:t>(</a:t>
            </a:r>
            <a:r>
              <a:rPr lang="ko-KR" altLang="en-US" dirty="0" smtClean="0"/>
              <a:t>간단하게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 smtClean="0"/>
              <a:t>ID / PASS</a:t>
            </a:r>
          </a:p>
          <a:p>
            <a:pPr marL="342900" indent="-342900">
              <a:buAutoNum type="arabicPeriod"/>
            </a:pPr>
            <a:endParaRPr lang="en-US" altLang="ko-KR" dirty="0" smtClean="0"/>
          </a:p>
        </p:txBody>
      </p:sp>
      <p:sp>
        <p:nvSpPr>
          <p:cNvPr id="21" name="직사각형 20"/>
          <p:cNvSpPr/>
          <p:nvPr/>
        </p:nvSpPr>
        <p:spPr>
          <a:xfrm>
            <a:off x="6374676" y="3585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313509" y="3900350"/>
            <a:ext cx="2002972" cy="26920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활동을위한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개인정보 입력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08067" y="3585754"/>
            <a:ext cx="3283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얼굴 사진 </a:t>
            </a:r>
            <a:endParaRPr lang="en-US" altLang="ko-KR" dirty="0" smtClean="0"/>
          </a:p>
          <a:p>
            <a:r>
              <a:rPr lang="ko-KR" altLang="en-US" dirty="0" smtClean="0"/>
              <a:t>이름</a:t>
            </a:r>
            <a:r>
              <a:rPr lang="en-US" altLang="ko-KR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나이</a:t>
            </a:r>
            <a:r>
              <a:rPr lang="en-US" altLang="ko-KR" dirty="0" smtClean="0"/>
              <a:t>(</a:t>
            </a:r>
            <a:r>
              <a:rPr lang="ko-KR" altLang="en-US" dirty="0" smtClean="0"/>
              <a:t>생년월일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MBTI </a:t>
            </a:r>
          </a:p>
          <a:p>
            <a:r>
              <a:rPr lang="ko-KR" altLang="en-US" dirty="0" smtClean="0"/>
              <a:t>기존 설문 내용</a:t>
            </a:r>
            <a:endParaRPr lang="en-US" altLang="ko-KR" dirty="0" smtClean="0"/>
          </a:p>
          <a:p>
            <a:r>
              <a:rPr lang="ko-KR" altLang="en-US" dirty="0" smtClean="0"/>
              <a:t>선호도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이상형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취미 </a:t>
            </a:r>
            <a:r>
              <a:rPr lang="ko-KR" altLang="en-US" dirty="0" smtClean="0"/>
              <a:t>등등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탭을 클릭하여 고르는 형식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8612778" y="1954154"/>
            <a:ext cx="3396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참여 안해도 어떤 프로그램이 있는지 볼 수 있게 간단 회원가입 우선 시행</a:t>
            </a:r>
            <a:endParaRPr lang="en-US" altLang="ko-KR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8612777" y="3585754"/>
            <a:ext cx="35792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사진 및 </a:t>
            </a:r>
            <a:endParaRPr lang="en-US" altLang="ko-KR" dirty="0" smtClean="0"/>
          </a:p>
          <a:p>
            <a:r>
              <a:rPr lang="ko-KR" altLang="en-US" dirty="0" err="1" smtClean="0"/>
              <a:t>사원증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명함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회사명</a:t>
            </a:r>
            <a:endParaRPr lang="en-US" altLang="ko-KR" dirty="0" smtClean="0"/>
          </a:p>
          <a:p>
            <a:r>
              <a:rPr lang="en-US" altLang="ko-KR" dirty="0" smtClean="0"/>
              <a:t>or </a:t>
            </a:r>
            <a:r>
              <a:rPr lang="ko-KR" altLang="en-US" dirty="0" smtClean="0"/>
              <a:t>사업자등록증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대학교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대학원 </a:t>
            </a:r>
            <a:r>
              <a:rPr lang="en-US" altLang="ko-KR" dirty="0" smtClean="0"/>
              <a:t>or </a:t>
            </a:r>
            <a:r>
              <a:rPr lang="ko-KR" altLang="en-US" dirty="0" smtClean="0"/>
              <a:t>회사 </a:t>
            </a:r>
            <a:r>
              <a:rPr lang="en-US" altLang="ko-KR" dirty="0" smtClean="0"/>
              <a:t>Email</a:t>
            </a:r>
            <a:endParaRPr lang="en-US" altLang="ko-KR" dirty="0"/>
          </a:p>
          <a:p>
            <a:r>
              <a:rPr lang="ko-KR" altLang="en-US" dirty="0" smtClean="0"/>
              <a:t>입력 후 관리자 </a:t>
            </a:r>
            <a:r>
              <a:rPr lang="ko-KR" altLang="en-US" dirty="0" smtClean="0"/>
              <a:t>승인 후 확인되는 시스템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직업과 신원 확인은 올리지 않아도 다른 탭을 볼 수 있도록 해줌</a:t>
            </a:r>
            <a:endParaRPr lang="en-US" altLang="ko-KR" dirty="0"/>
          </a:p>
        </p:txBody>
      </p:sp>
      <p:sp>
        <p:nvSpPr>
          <p:cNvPr id="26" name="직사각형 25"/>
          <p:cNvSpPr/>
          <p:nvPr/>
        </p:nvSpPr>
        <p:spPr>
          <a:xfrm>
            <a:off x="6374676" y="3900350"/>
            <a:ext cx="2002972" cy="26920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정보 입력 후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인증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09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6348549" y="88173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322215" y="358575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322215" y="384701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Baking Class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330921" y="4689088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달력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538548" y="3585754"/>
            <a:ext cx="195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신청하기 탭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656110" y="4942520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</a:t>
            </a:r>
            <a:endParaRPr lang="en-US" altLang="ko-KR" dirty="0" smtClean="0"/>
          </a:p>
          <a:p>
            <a:r>
              <a:rPr lang="ko-KR" altLang="en-US" dirty="0" smtClean="0"/>
              <a:t>한눈에 확인</a:t>
            </a:r>
            <a:endParaRPr lang="ko-KR" altLang="en-US" dirty="0"/>
          </a:p>
        </p:txBody>
      </p:sp>
      <p:sp>
        <p:nvSpPr>
          <p:cNvPr id="55" name="직사각형 54"/>
          <p:cNvSpPr/>
          <p:nvPr/>
        </p:nvSpPr>
        <p:spPr>
          <a:xfrm>
            <a:off x="330921" y="6065588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656110" y="5997918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시간까지 클릭하여 신청</a:t>
            </a:r>
            <a:endParaRPr lang="ko-KR" alt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6348549" y="3570224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6348549" y="383148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신청내역</a:t>
            </a:r>
            <a:r>
              <a:rPr lang="ko-KR" altLang="en-US" dirty="0" smtClean="0">
                <a:solidFill>
                  <a:schemeClr val="tx1"/>
                </a:solidFill>
              </a:rPr>
              <a:t> 확인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357255" y="4673558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최종승인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682444" y="3822772"/>
            <a:ext cx="300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 확인 내역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8617128" y="4942520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 확인</a:t>
            </a:r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6357255" y="6050058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682444" y="5832566"/>
            <a:ext cx="3008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</a:t>
            </a:r>
            <a:endParaRPr lang="en-US" altLang="ko-KR" dirty="0" smtClean="0"/>
          </a:p>
          <a:p>
            <a:r>
              <a:rPr lang="ko-KR" altLang="en-US" dirty="0" smtClean="0"/>
              <a:t>시간까지 클릭하여 신청</a:t>
            </a:r>
            <a:endParaRPr lang="ko-KR" altLang="en-US" dirty="0"/>
          </a:p>
        </p:txBody>
      </p:sp>
      <p:sp>
        <p:nvSpPr>
          <p:cNvPr id="64" name="직사각형 63"/>
          <p:cNvSpPr/>
          <p:nvPr/>
        </p:nvSpPr>
        <p:spPr>
          <a:xfrm>
            <a:off x="330921" y="2309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30921" y="28435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Baking Class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339627" y="112643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명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사진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664816" y="275646"/>
            <a:ext cx="243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베이킹 클래스 탭</a:t>
            </a:r>
            <a:endParaRPr lang="ko-KR" alt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2538548" y="1207188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클래스 명과 사진이 </a:t>
            </a:r>
            <a:r>
              <a:rPr lang="ko-KR" altLang="en-US" dirty="0" err="1" smtClean="0"/>
              <a:t>뜨게함</a:t>
            </a:r>
            <a:endParaRPr lang="ko-KR" altLang="en-US" dirty="0"/>
          </a:p>
        </p:txBody>
      </p:sp>
      <p:sp>
        <p:nvSpPr>
          <p:cNvPr id="69" name="직사각형 68"/>
          <p:cNvSpPr/>
          <p:nvPr/>
        </p:nvSpPr>
        <p:spPr>
          <a:xfrm>
            <a:off x="339627" y="250293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신청하기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538548" y="2435262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신청하기 칸에 </a:t>
            </a:r>
            <a:r>
              <a:rPr lang="ko-KR" altLang="en-US" dirty="0" err="1" smtClean="0"/>
              <a:t>들갈</a:t>
            </a:r>
            <a:r>
              <a:rPr lang="ko-KR" altLang="en-US" dirty="0" smtClean="0"/>
              <a:t> 수 있는 탭</a:t>
            </a:r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6357255" y="28435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신청내역</a:t>
            </a:r>
            <a:r>
              <a:rPr lang="ko-KR" altLang="en-US" dirty="0" smtClean="0">
                <a:solidFill>
                  <a:schemeClr val="tx1"/>
                </a:solidFill>
              </a:rPr>
              <a:t> 확인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6339843" y="1073040"/>
            <a:ext cx="2002972" cy="20085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ko-KR" altLang="en-US" sz="1600" dirty="0" smtClean="0">
                <a:solidFill>
                  <a:schemeClr val="tx1"/>
                </a:solidFill>
              </a:rPr>
              <a:t>베이킹 클래스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endParaRPr lang="en-US" altLang="ko-KR" sz="1600" dirty="0" smtClean="0">
              <a:solidFill>
                <a:schemeClr val="tx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1600" dirty="0" err="1" smtClean="0">
                <a:solidFill>
                  <a:schemeClr val="tx1"/>
                </a:solidFill>
              </a:rPr>
              <a:t>케미스트리</a:t>
            </a:r>
            <a:r>
              <a:rPr lang="ko-KR" altLang="en-US" sz="1600" dirty="0" smtClean="0">
                <a:solidFill>
                  <a:schemeClr val="tx1"/>
                </a:solidFill>
              </a:rPr>
              <a:t> 오븐</a:t>
            </a:r>
            <a:endParaRPr lang="en-US" altLang="ko-KR" sz="1600" dirty="0" smtClean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8617128" y="803842"/>
            <a:ext cx="30741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탭을 누르면 신청 내역과 </a:t>
            </a:r>
            <a:endParaRPr lang="en-US" altLang="ko-KR" dirty="0"/>
          </a:p>
          <a:p>
            <a:pPr algn="ctr"/>
            <a:r>
              <a:rPr lang="ko-KR" altLang="en-US" dirty="0"/>
              <a:t>신청 완료</a:t>
            </a:r>
            <a:endParaRPr lang="en-US" altLang="ko-KR" dirty="0"/>
          </a:p>
          <a:p>
            <a:pPr algn="ctr"/>
            <a:r>
              <a:rPr lang="ko-KR" altLang="en-US" dirty="0"/>
              <a:t>입금 완료 내역이</a:t>
            </a:r>
            <a:endParaRPr lang="en-US" altLang="ko-KR" dirty="0"/>
          </a:p>
          <a:p>
            <a:pPr algn="ctr"/>
            <a:r>
              <a:rPr lang="ko-KR" altLang="en-US" dirty="0"/>
              <a:t>뜨도록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753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8499561" y="1253204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499561" y="1820084"/>
            <a:ext cx="3309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ID </a:t>
            </a:r>
            <a:r>
              <a:rPr lang="ko-KR" altLang="en-US" dirty="0" smtClean="0"/>
              <a:t>클릭하면 상세정보 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엑셀로 받을 </a:t>
            </a:r>
            <a:r>
              <a:rPr lang="ko-KR" altLang="en-US" dirty="0" err="1" smtClean="0"/>
              <a:t>수있게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330921" y="185364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 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30921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888269" y="919367"/>
            <a:ext cx="1445624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일정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 / </a:t>
            </a:r>
            <a:r>
              <a:rPr lang="ko-KR" altLang="en-US" dirty="0" smtClean="0">
                <a:solidFill>
                  <a:schemeClr val="tx1"/>
                </a:solidFill>
              </a:rPr>
              <a:t>이름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나이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81935" y="91936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481934" y="17244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신청자 정보 확인 후 직접 클릭하여 대상자 선택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57048" y="919367"/>
            <a:ext cx="531221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대상자 클릭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39628" y="2924993"/>
            <a:ext cx="1994266" cy="351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승인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81934" y="26032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승인을 하면 문자로 </a:t>
            </a:r>
            <a:r>
              <a:rPr lang="ko-KR" altLang="en-US" dirty="0" err="1" smtClean="0"/>
              <a:t>안내문자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err="1" smtClean="0"/>
              <a:t>어플로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안내내용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322214" y="703546"/>
            <a:ext cx="949235" cy="219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인원관리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419490" y="703546"/>
            <a:ext cx="914404" cy="219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승인확인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6348413" y="19060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 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348413" y="5237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339705" y="924604"/>
            <a:ext cx="2011680" cy="2203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승인한 인원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내역 확인 가능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(</a:t>
            </a:r>
            <a:r>
              <a:rPr lang="ko-KR" altLang="en-US" sz="1600" dirty="0" smtClean="0">
                <a:solidFill>
                  <a:schemeClr val="tx1"/>
                </a:solidFill>
              </a:rPr>
              <a:t>클릭하면 상세정보</a:t>
            </a:r>
            <a:r>
              <a:rPr lang="en-US" altLang="ko-KR" sz="16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6339706" y="708783"/>
            <a:ext cx="949235" cy="219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인원관리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436982" y="708783"/>
            <a:ext cx="914404" cy="219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승인확인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57048" y="3742043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메뉴 탭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관리모드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348341" y="3569141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2499353" y="375028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메뉴 수정 및 편집</a:t>
            </a:r>
            <a:endParaRPr lang="ko-KR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2499353" y="435812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클래스 오픈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클래스 입력 및 일정 지정</a:t>
            </a:r>
            <a:endParaRPr lang="ko-KR" altLang="en-US" dirty="0"/>
          </a:p>
        </p:txBody>
      </p:sp>
      <p:sp>
        <p:nvSpPr>
          <p:cNvPr id="83" name="직사각형 82"/>
          <p:cNvSpPr/>
          <p:nvPr/>
        </p:nvSpPr>
        <p:spPr>
          <a:xfrm>
            <a:off x="357048" y="4569331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오픈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357048" y="5396619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클래스 사진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499353" y="5279835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클래스 사진 올리는 곳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453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달력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708365" y="1382876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 확인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339842" y="3692264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339842" y="350690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6897190" y="4426267"/>
            <a:ext cx="1445624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일정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 / </a:t>
            </a:r>
            <a:r>
              <a:rPr lang="ko-KR" altLang="en-US" dirty="0" smtClean="0">
                <a:solidFill>
                  <a:schemeClr val="tx1"/>
                </a:solidFill>
              </a:rPr>
              <a:t>이름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나이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17072" y="2302201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시간까지 클릭하여 신청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490856" y="442626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8490855" y="52313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신청자 정보 확인 후 직접 클릭하여 대상자 선택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6357260" y="4426267"/>
            <a:ext cx="531221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대상자 클릭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348549" y="6414475"/>
            <a:ext cx="1994266" cy="351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승인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90855" y="61101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승인을 하면 문자로 </a:t>
            </a:r>
            <a:r>
              <a:rPr lang="ko-KR" altLang="en-US" dirty="0" err="1" smtClean="0"/>
              <a:t>안내문자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err="1" smtClean="0"/>
              <a:t>어플로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안내내용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6357260" y="327558"/>
            <a:ext cx="1950718" cy="5310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정리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357260" y="0"/>
            <a:ext cx="1950718" cy="3440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348553" y="1510884"/>
            <a:ext cx="1950719" cy="559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나의 닉네임은</a:t>
            </a:r>
            <a:r>
              <a:rPr lang="en-US" altLang="ko-KR" dirty="0" smtClea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34546" y="359714"/>
            <a:ext cx="2993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개인정보가 입력되면 자동으로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성격 분석 및 키워드 </a:t>
            </a:r>
            <a:r>
              <a:rPr lang="ko-KR" altLang="en-US" dirty="0" smtClean="0"/>
              <a:t>정리</a:t>
            </a:r>
            <a:endParaRPr lang="en-US" altLang="ko-KR" dirty="0" smtClean="0"/>
          </a:p>
        </p:txBody>
      </p:sp>
      <p:sp>
        <p:nvSpPr>
          <p:cNvPr id="52" name="직사각형 51"/>
          <p:cNvSpPr/>
          <p:nvPr/>
        </p:nvSpPr>
        <p:spPr>
          <a:xfrm>
            <a:off x="365764" y="3457989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365764" y="3719246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74470" y="4561323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달력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99659" y="3710537"/>
            <a:ext cx="195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베이킹 클래스</a:t>
            </a:r>
            <a:endParaRPr lang="ko-KR" alt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2699659" y="4460953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달력으로 클래스 일정 확인</a:t>
            </a:r>
            <a:endParaRPr lang="ko-KR" altLang="en-US" dirty="0"/>
          </a:p>
        </p:txBody>
      </p:sp>
      <p:sp>
        <p:nvSpPr>
          <p:cNvPr id="57" name="직사각형 56"/>
          <p:cNvSpPr/>
          <p:nvPr/>
        </p:nvSpPr>
        <p:spPr>
          <a:xfrm>
            <a:off x="374470" y="5937823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699659" y="5870153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달력 입력 후 상세 시간까지 클릭하여 신청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634545" y="1510884"/>
            <a:ext cx="3331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닉네임은 총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가지로 </a:t>
            </a:r>
            <a:endParaRPr lang="en-US" altLang="ko-KR" dirty="0" smtClean="0"/>
          </a:p>
          <a:p>
            <a:r>
              <a:rPr lang="ko-KR" altLang="en-US" dirty="0" smtClean="0"/>
              <a:t>남자 </a:t>
            </a:r>
            <a:r>
              <a:rPr lang="en-US" altLang="ko-KR" dirty="0" smtClean="0"/>
              <a:t>5 </a:t>
            </a:r>
            <a:r>
              <a:rPr lang="ko-KR" altLang="en-US" dirty="0" smtClean="0"/>
              <a:t>여자 </a:t>
            </a:r>
            <a:r>
              <a:rPr lang="en-US" altLang="ko-KR" dirty="0" smtClean="0"/>
              <a:t>5</a:t>
            </a:r>
          </a:p>
          <a:p>
            <a:r>
              <a:rPr lang="ko-KR" altLang="en-US" dirty="0" smtClean="0"/>
              <a:t>남자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크루아상</a:t>
            </a:r>
            <a:r>
              <a:rPr lang="en-US" altLang="ko-KR" dirty="0"/>
              <a:t> </a:t>
            </a:r>
            <a:r>
              <a:rPr lang="en-US" altLang="ko-KR" dirty="0" smtClean="0"/>
              <a:t>/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단팥빵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</a:p>
          <a:p>
            <a:r>
              <a:rPr lang="ko-KR" altLang="en-US" dirty="0" err="1" smtClean="0"/>
              <a:t>소금빵</a:t>
            </a:r>
            <a:r>
              <a:rPr lang="en-US" altLang="ko-KR" dirty="0" smtClean="0"/>
              <a:t> / </a:t>
            </a:r>
            <a:r>
              <a:rPr lang="ko-KR" altLang="en-US" dirty="0" err="1" smtClean="0"/>
              <a:t>스콘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초콜릿</a:t>
            </a:r>
            <a:endParaRPr lang="en-US" altLang="ko-KR" dirty="0" smtClean="0"/>
          </a:p>
          <a:p>
            <a:r>
              <a:rPr lang="ko-KR" altLang="en-US" dirty="0" smtClean="0"/>
              <a:t>여자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티라미수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마들렌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</a:p>
          <a:p>
            <a:r>
              <a:rPr lang="ko-KR" altLang="en-US" dirty="0" err="1" smtClean="0"/>
              <a:t>피낭시에</a:t>
            </a:r>
            <a:r>
              <a:rPr lang="en-US" altLang="ko-KR" dirty="0" smtClean="0"/>
              <a:t> / </a:t>
            </a:r>
            <a:r>
              <a:rPr lang="ko-KR" altLang="en-US" dirty="0" err="1" smtClean="0"/>
              <a:t>에그타르트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푸딩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3949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Oven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인원 선정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699659" y="734002"/>
            <a:ext cx="3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성향 분석 및 매칭 알고리즘</a:t>
            </a:r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날짜 시간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339842" y="3692264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관리자 관리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339842" y="350690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6897190" y="4426267"/>
            <a:ext cx="1445624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신청자 일정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ID / </a:t>
            </a:r>
            <a:r>
              <a:rPr lang="ko-KR" altLang="en-US" dirty="0" smtClean="0">
                <a:solidFill>
                  <a:schemeClr val="tx1"/>
                </a:solidFill>
              </a:rPr>
              <a:t>이름 </a:t>
            </a:r>
            <a:r>
              <a:rPr lang="en-US" altLang="ko-KR" dirty="0" smtClean="0">
                <a:solidFill>
                  <a:schemeClr val="tx1"/>
                </a:solidFill>
              </a:rPr>
              <a:t>/ </a:t>
            </a:r>
            <a:r>
              <a:rPr lang="ko-KR" altLang="en-US" dirty="0" smtClean="0">
                <a:solidFill>
                  <a:schemeClr val="tx1"/>
                </a:solidFill>
              </a:rPr>
              <a:t>나이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직업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17984" y="1351907"/>
            <a:ext cx="3074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해당 일자와 시간에 대한</a:t>
            </a:r>
            <a:endParaRPr lang="en-US" altLang="ko-KR" dirty="0" smtClean="0"/>
          </a:p>
          <a:p>
            <a:r>
              <a:rPr lang="ko-KR" altLang="en-US" dirty="0" smtClean="0"/>
              <a:t>인원 선정을 누르면</a:t>
            </a:r>
            <a:endParaRPr lang="en-US" altLang="ko-KR" dirty="0" smtClean="0"/>
          </a:p>
          <a:p>
            <a:r>
              <a:rPr lang="ko-KR" altLang="en-US" dirty="0" smtClean="0"/>
              <a:t>남자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 여자 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명을 선정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490856" y="4426267"/>
            <a:ext cx="3309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엑셀표로</a:t>
            </a:r>
            <a:r>
              <a:rPr lang="ko-KR" altLang="en-US" dirty="0" smtClean="0"/>
              <a:t> 내용 정리하여 확인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8490855" y="52313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신청자 정보 확인 후 직접 클릭하여 대상자 선택</a:t>
            </a:r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6357260" y="4426267"/>
            <a:ext cx="531221" cy="19795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대상자 클릭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348549" y="6414475"/>
            <a:ext cx="1994266" cy="3519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승인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490855" y="6110151"/>
            <a:ext cx="3309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승인을 하면 문자로 </a:t>
            </a:r>
            <a:r>
              <a:rPr lang="ko-KR" altLang="en-US" dirty="0" err="1" smtClean="0"/>
              <a:t>안내문자</a:t>
            </a:r>
            <a:r>
              <a:rPr lang="ko-KR" altLang="en-US" dirty="0" smtClean="0"/>
              <a:t> </a:t>
            </a:r>
            <a:r>
              <a:rPr lang="en-US" altLang="ko-KR" dirty="0" smtClean="0"/>
              <a:t>or </a:t>
            </a:r>
            <a:r>
              <a:rPr lang="ko-KR" altLang="en-US" dirty="0" err="1" smtClean="0"/>
              <a:t>어플로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안내내용</a:t>
            </a:r>
            <a:r>
              <a:rPr lang="ko-KR" altLang="en-US" dirty="0" smtClean="0"/>
              <a:t> 전송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6357260" y="327558"/>
            <a:ext cx="1950718" cy="5310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케미스트리</a:t>
            </a:r>
            <a:r>
              <a:rPr lang="ko-KR" altLang="en-US" dirty="0" smtClean="0">
                <a:solidFill>
                  <a:schemeClr val="tx1"/>
                </a:solidFill>
              </a:rPr>
              <a:t> 오븐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확정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357260" y="0"/>
            <a:ext cx="1950718" cy="3440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6348553" y="1510884"/>
            <a:ext cx="1950719" cy="559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입금 시 확정됨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&gt;&gt; </a:t>
            </a:r>
            <a:r>
              <a:rPr lang="ko-KR" altLang="en-US" dirty="0" smtClean="0">
                <a:solidFill>
                  <a:schemeClr val="tx1"/>
                </a:solidFill>
              </a:rPr>
              <a:t>관리자 승인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34546" y="359714"/>
            <a:ext cx="2993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개인정보가 입력되면 자동으로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성격 분석 및 키워드 </a:t>
            </a:r>
            <a:r>
              <a:rPr lang="ko-KR" altLang="en-US" dirty="0" smtClean="0"/>
              <a:t>정리</a:t>
            </a:r>
            <a:endParaRPr lang="en-US" altLang="ko-KR" dirty="0" smtClean="0"/>
          </a:p>
        </p:txBody>
      </p:sp>
      <p:sp>
        <p:nvSpPr>
          <p:cNvPr id="52" name="직사각형 51"/>
          <p:cNvSpPr/>
          <p:nvPr/>
        </p:nvSpPr>
        <p:spPr>
          <a:xfrm>
            <a:off x="365764" y="3457989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365764" y="3719246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374470" y="4561323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인원 관리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74470" y="5937823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상세 일정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48520" y="1556504"/>
            <a:ext cx="2993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개인정보가 입력되면 자동으로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성격 분석 및 키워드 </a:t>
            </a:r>
            <a:r>
              <a:rPr lang="ko-KR" altLang="en-US" dirty="0" smtClean="0"/>
              <a:t>정리</a:t>
            </a:r>
            <a:endParaRPr lang="en-US" altLang="ko-KR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2699658" y="2368621"/>
            <a:ext cx="32996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제미나이에</a:t>
            </a:r>
            <a:r>
              <a:rPr lang="ko-KR" altLang="en-US" dirty="0" smtClean="0"/>
              <a:t> 입력된 </a:t>
            </a:r>
            <a:r>
              <a:rPr lang="ko-KR" altLang="en-US" dirty="0" err="1" smtClean="0"/>
              <a:t>프롬포트를</a:t>
            </a:r>
            <a:r>
              <a:rPr lang="ko-KR" altLang="en-US" dirty="0" smtClean="0"/>
              <a:t> 적용하여 </a:t>
            </a:r>
            <a:endParaRPr lang="en-US" altLang="ko-KR" dirty="0"/>
          </a:p>
          <a:p>
            <a:r>
              <a:rPr lang="ko-KR" altLang="en-US" dirty="0" err="1" smtClean="0"/>
              <a:t>하드필터링</a:t>
            </a:r>
            <a:r>
              <a:rPr lang="ko-KR" altLang="en-US" dirty="0" smtClean="0"/>
              <a:t>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소프트 </a:t>
            </a:r>
            <a:r>
              <a:rPr lang="ko-KR" altLang="en-US" dirty="0" err="1" smtClean="0"/>
              <a:t>필터링을</a:t>
            </a:r>
            <a:r>
              <a:rPr lang="ko-KR" altLang="en-US" dirty="0" smtClean="0"/>
              <a:t> 거쳐</a:t>
            </a:r>
            <a:endParaRPr lang="en-US" altLang="ko-KR" dirty="0" smtClean="0"/>
          </a:p>
          <a:p>
            <a:r>
              <a:rPr lang="en-US" altLang="ko-KR" dirty="0" smtClean="0"/>
              <a:t>STRICT </a:t>
            </a:r>
            <a:r>
              <a:rPr lang="ko-KR" altLang="en-US" dirty="0" smtClean="0"/>
              <a:t>점수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점</a:t>
            </a:r>
            <a:endParaRPr lang="en-US" altLang="ko-KR" dirty="0" smtClean="0"/>
          </a:p>
          <a:p>
            <a:r>
              <a:rPr lang="ko-KR" altLang="en-US" dirty="0" smtClean="0"/>
              <a:t>객관 점수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점</a:t>
            </a:r>
            <a:endParaRPr lang="en-US" altLang="ko-KR" dirty="0"/>
          </a:p>
          <a:p>
            <a:r>
              <a:rPr lang="ko-KR" altLang="en-US" dirty="0" smtClean="0"/>
              <a:t>두 점수의 평균을 내어 인원 선정</a:t>
            </a:r>
            <a:r>
              <a:rPr lang="en-US" altLang="ko-KR" dirty="0"/>
              <a:t> </a:t>
            </a:r>
            <a:r>
              <a:rPr lang="ko-KR" altLang="en-US" dirty="0" smtClean="0"/>
              <a:t>남녀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명씩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명</a:t>
            </a:r>
            <a:endParaRPr lang="en-US" altLang="ko-KR" dirty="0" smtClean="0"/>
          </a:p>
          <a:p>
            <a:r>
              <a:rPr lang="ko-KR" altLang="en-US" dirty="0" smtClean="0"/>
              <a:t>그 중 캐릭터를 배정하여 각각의 캐릭터 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명씩은 선정함</a:t>
            </a:r>
            <a:endParaRPr lang="en-US" altLang="ko-KR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2812415" y="5476158"/>
            <a:ext cx="3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선정 완료 시 입금하면 확정되는 시스템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72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크루아상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소금빵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단팥빵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스콘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초콜릿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699658" y="734002"/>
            <a:ext cx="3308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프로그램 진행 시 참여자만 </a:t>
            </a:r>
            <a:endParaRPr lang="en-US" altLang="ko-KR" dirty="0" smtClean="0"/>
          </a:p>
          <a:p>
            <a:r>
              <a:rPr lang="ko-KR" altLang="en-US" dirty="0" smtClean="0"/>
              <a:t>볼 수 있는 창이 당사자에게만</a:t>
            </a:r>
            <a:r>
              <a:rPr lang="ko-KR" altLang="en-US" dirty="0"/>
              <a:t> </a:t>
            </a:r>
            <a:r>
              <a:rPr lang="ko-KR" altLang="en-US" dirty="0" smtClean="0"/>
              <a:t>적용됨 </a:t>
            </a:r>
            <a:endParaRPr lang="en-US" altLang="ko-KR" dirty="0" smtClean="0"/>
          </a:p>
          <a:p>
            <a:r>
              <a:rPr lang="ko-KR" altLang="en-US" dirty="0" smtClean="0"/>
              <a:t>해당 당일에만 볼 수 있게 됨</a:t>
            </a:r>
            <a:endParaRPr lang="en-US" altLang="ko-KR" dirty="0" smtClean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정보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1021" y="2766604"/>
            <a:ext cx="36073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각 캐릭터를 누르면 상대방의 기본 정보와 키워드가 뜨도록 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남성은 여성</a:t>
            </a:r>
            <a:endParaRPr lang="en-US" altLang="ko-KR" dirty="0" smtClean="0"/>
          </a:p>
          <a:p>
            <a:r>
              <a:rPr lang="ko-KR" altLang="en-US" dirty="0" smtClean="0"/>
              <a:t>여성은 남성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오픈 정보 </a:t>
            </a:r>
            <a:endParaRPr lang="en-US" altLang="ko-KR" dirty="0" smtClean="0"/>
          </a:p>
          <a:p>
            <a:r>
              <a:rPr lang="ko-KR" altLang="en-US" dirty="0" smtClean="0"/>
              <a:t>나이</a:t>
            </a:r>
            <a:r>
              <a:rPr lang="en-US" altLang="ko-KR" dirty="0" smtClean="0"/>
              <a:t> / </a:t>
            </a:r>
            <a:r>
              <a:rPr lang="ko-KR" altLang="en-US" dirty="0" smtClean="0"/>
              <a:t>직종 </a:t>
            </a:r>
            <a:r>
              <a:rPr lang="en-US" altLang="ko-KR" dirty="0"/>
              <a:t>/</a:t>
            </a:r>
            <a:r>
              <a:rPr lang="en-US" altLang="ko-KR" dirty="0" smtClean="0"/>
              <a:t> MBTI / </a:t>
            </a:r>
            <a:r>
              <a:rPr lang="ko-KR" altLang="en-US" dirty="0" smtClean="0"/>
              <a:t>자기소개 키워드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이상형 키워드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좋아하는 여행지</a:t>
            </a:r>
            <a:r>
              <a:rPr lang="en-US" altLang="ko-KR" dirty="0"/>
              <a:t>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인생 영화 </a:t>
            </a:r>
            <a:r>
              <a:rPr lang="en-US" altLang="ko-KR" dirty="0" smtClean="0"/>
              <a:t>/ </a:t>
            </a:r>
            <a:r>
              <a:rPr lang="ko-KR" altLang="en-US" dirty="0" smtClean="0"/>
              <a:t>맛집 </a:t>
            </a:r>
            <a:r>
              <a:rPr lang="en-US" altLang="ko-KR" dirty="0" smtClean="0"/>
              <a:t>/ </a:t>
            </a:r>
          </a:p>
          <a:p>
            <a:r>
              <a:rPr lang="ko-KR" altLang="en-US" dirty="0" smtClean="0"/>
              <a:t>나는 </a:t>
            </a:r>
            <a:r>
              <a:rPr lang="ko-KR" altLang="en-US" dirty="0" err="1" smtClean="0"/>
              <a:t>ㅁㅁ</a:t>
            </a:r>
            <a:r>
              <a:rPr lang="ko-KR" altLang="en-US" dirty="0" smtClean="0"/>
              <a:t> 하는 사람이다</a:t>
            </a:r>
            <a:endParaRPr lang="en-US" altLang="ko-KR" dirty="0" smtClean="0"/>
          </a:p>
          <a:p>
            <a:r>
              <a:rPr lang="ko-KR" altLang="en-US" dirty="0" smtClean="0"/>
              <a:t>나는 </a:t>
            </a:r>
            <a:r>
              <a:rPr lang="ko-KR" altLang="en-US" dirty="0" err="1" smtClean="0"/>
              <a:t>ㅇㅇ</a:t>
            </a:r>
            <a:r>
              <a:rPr lang="en-US" altLang="ko-KR" dirty="0"/>
              <a:t> </a:t>
            </a:r>
            <a:r>
              <a:rPr lang="ko-KR" altLang="en-US" dirty="0" smtClean="0"/>
              <a:t>하는 사람이 좋다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32" name="직사각형 31"/>
          <p:cNvSpPr/>
          <p:nvPr/>
        </p:nvSpPr>
        <p:spPr>
          <a:xfrm>
            <a:off x="383176" y="350526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383176" y="376652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91882" y="460860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피낭시에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마들렌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에그타르트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푸딩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91882" y="598510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정보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13255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6613255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621961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크루아상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소금빵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단팥빵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스콘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초콜릿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947150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938444" y="734002"/>
            <a:ext cx="30741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케미스트리</a:t>
            </a:r>
            <a:r>
              <a:rPr lang="ko-KR" altLang="en-US" dirty="0" smtClean="0"/>
              <a:t> 오븐은 총 세번의 선택을 함</a:t>
            </a:r>
            <a:endParaRPr lang="en-US" altLang="ko-KR" dirty="0" smtClean="0"/>
          </a:p>
          <a:p>
            <a:r>
              <a:rPr lang="ko-KR" altLang="en-US" dirty="0" err="1" smtClean="0"/>
              <a:t>첫이상</a:t>
            </a:r>
            <a:r>
              <a:rPr lang="ko-KR" altLang="en-US" dirty="0" smtClean="0"/>
              <a:t> 선택</a:t>
            </a:r>
            <a:endParaRPr lang="en-US" altLang="ko-KR" dirty="0" smtClean="0"/>
          </a:p>
          <a:p>
            <a:r>
              <a:rPr lang="ko-KR" altLang="en-US" dirty="0" smtClean="0"/>
              <a:t>중간 선택</a:t>
            </a:r>
            <a:endParaRPr lang="en-US" altLang="ko-KR" dirty="0" smtClean="0"/>
          </a:p>
          <a:p>
            <a:r>
              <a:rPr lang="ko-KR" altLang="en-US" dirty="0" smtClean="0"/>
              <a:t>최종선택</a:t>
            </a:r>
            <a:endParaRPr lang="en-US" altLang="ko-KR" dirty="0" smtClean="0"/>
          </a:p>
        </p:txBody>
      </p:sp>
      <p:sp>
        <p:nvSpPr>
          <p:cNvPr id="64" name="직사각형 63"/>
          <p:cNvSpPr/>
          <p:nvPr/>
        </p:nvSpPr>
        <p:spPr>
          <a:xfrm>
            <a:off x="6621961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선택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954050" y="2566196"/>
            <a:ext cx="329964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각 시간이 되어 내가 선택창을</a:t>
            </a:r>
            <a:endParaRPr lang="en-US" altLang="ko-KR" dirty="0" smtClean="0"/>
          </a:p>
          <a:p>
            <a:r>
              <a:rPr lang="ko-KR" altLang="en-US" dirty="0" smtClean="0"/>
              <a:t>각자에게 보내면</a:t>
            </a:r>
            <a:endParaRPr lang="en-US" altLang="ko-KR" dirty="0" smtClean="0"/>
          </a:p>
          <a:p>
            <a:r>
              <a:rPr lang="ko-KR" altLang="en-US" dirty="0" smtClean="0"/>
              <a:t>각각 선택을 </a:t>
            </a:r>
            <a:r>
              <a:rPr lang="ko-KR" altLang="en-US" dirty="0" err="1" smtClean="0"/>
              <a:t>하게됨</a:t>
            </a:r>
            <a:endParaRPr lang="en-US" altLang="ko-KR" dirty="0" smtClean="0"/>
          </a:p>
          <a:p>
            <a:r>
              <a:rPr lang="ko-KR" altLang="en-US" dirty="0" smtClean="0"/>
              <a:t>선택은 기록이 되고</a:t>
            </a:r>
            <a:endParaRPr lang="en-US" altLang="ko-KR" dirty="0" smtClean="0"/>
          </a:p>
          <a:p>
            <a:r>
              <a:rPr lang="ko-KR" altLang="en-US" dirty="0" err="1" smtClean="0"/>
              <a:t>중간선택은</a:t>
            </a:r>
            <a:r>
              <a:rPr lang="ko-KR" altLang="en-US" dirty="0" smtClean="0"/>
              <a:t> 베이킹 </a:t>
            </a:r>
            <a:r>
              <a:rPr lang="ko-KR" altLang="en-US" dirty="0" err="1" smtClean="0"/>
              <a:t>자리매칭에</a:t>
            </a:r>
            <a:r>
              <a:rPr lang="en-US" altLang="ko-KR" dirty="0"/>
              <a:t> </a:t>
            </a:r>
            <a:r>
              <a:rPr lang="ko-KR" altLang="en-US" dirty="0" smtClean="0"/>
              <a:t>반영됨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베이킹 자리 </a:t>
            </a:r>
            <a:r>
              <a:rPr lang="ko-KR" altLang="en-US" dirty="0" err="1" smtClean="0"/>
              <a:t>배칭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en-US" altLang="ko-KR" dirty="0" smtClean="0"/>
              <a:t>-1</a:t>
            </a:r>
            <a:r>
              <a:rPr lang="ko-KR" altLang="en-US" dirty="0" smtClean="0"/>
              <a:t>순위</a:t>
            </a:r>
            <a:r>
              <a:rPr lang="en-US" altLang="ko-KR" dirty="0" smtClean="0"/>
              <a:t> </a:t>
            </a:r>
            <a:r>
              <a:rPr lang="ko-KR" altLang="en-US" dirty="0" smtClean="0"/>
              <a:t>중간 선택 쌍방 선택</a:t>
            </a:r>
            <a:endParaRPr lang="en-US" altLang="ko-KR" dirty="0" smtClean="0"/>
          </a:p>
          <a:p>
            <a:r>
              <a:rPr lang="en-US" altLang="ko-KR" dirty="0" smtClean="0"/>
              <a:t>-2</a:t>
            </a:r>
            <a:r>
              <a:rPr lang="ko-KR" altLang="en-US" dirty="0" smtClean="0"/>
              <a:t>순위 첫인상 선택</a:t>
            </a:r>
            <a:endParaRPr lang="en-US" altLang="ko-KR" dirty="0" smtClean="0"/>
          </a:p>
          <a:p>
            <a:r>
              <a:rPr lang="en-US" altLang="ko-KR" dirty="0" smtClean="0"/>
              <a:t>-3</a:t>
            </a:r>
            <a:r>
              <a:rPr lang="ko-KR" altLang="en-US" dirty="0" smtClean="0"/>
              <a:t>순위 </a:t>
            </a:r>
            <a:r>
              <a:rPr lang="ko-KR" altLang="en-US" dirty="0" err="1" smtClean="0"/>
              <a:t>케미점수</a:t>
            </a:r>
            <a:endParaRPr lang="en-US" altLang="ko-KR" dirty="0" smtClean="0"/>
          </a:p>
        </p:txBody>
      </p:sp>
      <p:sp>
        <p:nvSpPr>
          <p:cNvPr id="67" name="직사각형 66"/>
          <p:cNvSpPr/>
          <p:nvPr/>
        </p:nvSpPr>
        <p:spPr>
          <a:xfrm>
            <a:off x="6621961" y="350526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621961" y="376652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630667" y="460860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피낭시에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마들렌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에그타르트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푸딩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630667" y="598510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선택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538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>
            <a:off x="374470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374470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83176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크루아상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X </a:t>
            </a:r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08365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699658" y="734002"/>
            <a:ext cx="330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중간선택</a:t>
            </a:r>
            <a:r>
              <a:rPr lang="ko-KR" altLang="en-US" dirty="0" smtClean="0"/>
              <a:t> 후 베이킹 </a:t>
            </a:r>
            <a:r>
              <a:rPr lang="ko-KR" altLang="en-US" dirty="0" err="1" smtClean="0"/>
              <a:t>자리매칭이</a:t>
            </a:r>
            <a:r>
              <a:rPr lang="ko-KR" altLang="en-US" dirty="0" smtClean="0"/>
              <a:t> 뜨도록 해줌</a:t>
            </a:r>
            <a:endParaRPr lang="en-US" altLang="ko-KR" dirty="0" smtClean="0"/>
          </a:p>
        </p:txBody>
      </p:sp>
      <p:sp>
        <p:nvSpPr>
          <p:cNvPr id="38" name="직사각형 37"/>
          <p:cNvSpPr/>
          <p:nvPr/>
        </p:nvSpPr>
        <p:spPr>
          <a:xfrm>
            <a:off x="383176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케미점수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43200" y="3505268"/>
            <a:ext cx="36073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최종 선택을 했을 시엔</a:t>
            </a:r>
            <a:endParaRPr lang="en-US" altLang="ko-KR" dirty="0" smtClean="0"/>
          </a:p>
          <a:p>
            <a:r>
              <a:rPr lang="ko-KR" altLang="en-US" dirty="0" smtClean="0"/>
              <a:t>매칭이 된 사람들은</a:t>
            </a:r>
            <a:endParaRPr lang="en-US" altLang="ko-KR" dirty="0" smtClean="0"/>
          </a:p>
          <a:p>
            <a:r>
              <a:rPr lang="ko-KR" altLang="en-US" dirty="0" smtClean="0"/>
              <a:t>내가 검토하고 승인해줬을 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멘트와</a:t>
            </a:r>
            <a:r>
              <a:rPr lang="ko-KR" altLang="en-US" dirty="0" smtClean="0"/>
              <a:t> 함께 상대방의 </a:t>
            </a:r>
            <a:endParaRPr lang="en-US" altLang="ko-KR" dirty="0" smtClean="0"/>
          </a:p>
          <a:p>
            <a:r>
              <a:rPr lang="ko-KR" altLang="en-US" dirty="0" smtClean="0"/>
              <a:t>이름과 연락처가 전달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매칭이 안됐을 시 </a:t>
            </a:r>
            <a:r>
              <a:rPr lang="ko-KR" altLang="en-US" dirty="0" err="1" smtClean="0"/>
              <a:t>케미가</a:t>
            </a:r>
            <a:r>
              <a:rPr lang="ko-KR" altLang="en-US" dirty="0" smtClean="0"/>
              <a:t> 이루어지지 않았다는 </a:t>
            </a:r>
            <a:r>
              <a:rPr lang="ko-KR" altLang="en-US" dirty="0" err="1" smtClean="0"/>
              <a:t>멘트</a:t>
            </a:r>
            <a:r>
              <a:rPr lang="ko-KR" altLang="en-US" dirty="0" smtClean="0"/>
              <a:t> 전달</a:t>
            </a:r>
            <a:endParaRPr lang="en-US" altLang="ko-KR" dirty="0" smtClean="0"/>
          </a:p>
        </p:txBody>
      </p:sp>
      <p:sp>
        <p:nvSpPr>
          <p:cNvPr id="32" name="직사각형 31"/>
          <p:cNvSpPr/>
          <p:nvPr/>
        </p:nvSpPr>
        <p:spPr>
          <a:xfrm>
            <a:off x="383176" y="3505268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383176" y="3766525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진행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91882" y="4608602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>
                <a:solidFill>
                  <a:schemeClr val="tx1"/>
                </a:solidFill>
              </a:rPr>
              <a:t>티라미수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피낭시에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마들렌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err="1" smtClean="0">
                <a:solidFill>
                  <a:schemeClr val="tx1"/>
                </a:solidFill>
              </a:rPr>
              <a:t>에그타르트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r>
              <a:rPr lang="ko-KR" altLang="en-US" sz="1400" dirty="0" smtClean="0">
                <a:solidFill>
                  <a:schemeClr val="tx1"/>
                </a:solidFill>
              </a:rPr>
              <a:t>푸딩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91882" y="5985102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정보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13255" y="0"/>
            <a:ext cx="2002972" cy="3272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6613255" y="261257"/>
            <a:ext cx="2002972" cy="5050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Chemistry </a:t>
            </a:r>
            <a:r>
              <a:rPr lang="en-US" altLang="ko-KR" dirty="0" smtClean="0">
                <a:solidFill>
                  <a:schemeClr val="tx1"/>
                </a:solidFill>
              </a:rPr>
              <a:t>Oven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프로그램 종료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6621961" y="1103334"/>
            <a:ext cx="2002972" cy="1143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케미</a:t>
            </a:r>
            <a:r>
              <a:rPr lang="ko-KR" altLang="en-US" sz="1400" dirty="0" smtClean="0">
                <a:solidFill>
                  <a:schemeClr val="tx1"/>
                </a:solidFill>
              </a:rPr>
              <a:t> 리포트</a:t>
            </a:r>
            <a:endParaRPr lang="en-US" altLang="ko-KR" sz="1400" dirty="0" smtClean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947150" y="252548"/>
            <a:ext cx="268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케미스트리오븐</a:t>
            </a:r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938444" y="734002"/>
            <a:ext cx="30741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케미</a:t>
            </a:r>
            <a:r>
              <a:rPr lang="ko-KR" altLang="en-US" dirty="0" smtClean="0"/>
              <a:t> 리포트</a:t>
            </a:r>
            <a:endParaRPr lang="en-US" altLang="ko-KR" dirty="0" smtClean="0"/>
          </a:p>
          <a:p>
            <a:r>
              <a:rPr lang="ko-KR" altLang="en-US" dirty="0" smtClean="0"/>
              <a:t>그날의 선택을 기반으로</a:t>
            </a:r>
            <a:endParaRPr lang="en-US" altLang="ko-KR" dirty="0" smtClean="0"/>
          </a:p>
          <a:p>
            <a:r>
              <a:rPr lang="ko-KR" altLang="en-US" dirty="0" smtClean="0"/>
              <a:t>나의 코멘트와</a:t>
            </a:r>
            <a:endParaRPr lang="en-US" altLang="ko-KR" dirty="0" smtClean="0"/>
          </a:p>
          <a:p>
            <a:r>
              <a:rPr lang="ko-KR" altLang="en-US" dirty="0" smtClean="0"/>
              <a:t>사람들의 소개를 기반으로</a:t>
            </a:r>
            <a:endParaRPr lang="en-US" altLang="ko-KR" dirty="0"/>
          </a:p>
          <a:p>
            <a:r>
              <a:rPr lang="en-US" altLang="ko-KR" dirty="0" smtClean="0"/>
              <a:t>AI</a:t>
            </a:r>
            <a:r>
              <a:rPr lang="ko-KR" altLang="en-US" dirty="0" smtClean="0"/>
              <a:t>가 </a:t>
            </a:r>
            <a:r>
              <a:rPr lang="ko-KR" altLang="en-US" dirty="0" err="1" smtClean="0"/>
              <a:t>케미리포트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작성해줌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각 인원에게 </a:t>
            </a:r>
            <a:r>
              <a:rPr lang="ko-KR" altLang="en-US" dirty="0" err="1" smtClean="0"/>
              <a:t>케미리포트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/>
              <a:t>전송해주고 후기 링크 전달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제미나이</a:t>
            </a:r>
            <a:r>
              <a:rPr lang="ko-KR" altLang="en-US" dirty="0" smtClean="0"/>
              <a:t> 기반으로 </a:t>
            </a:r>
            <a:r>
              <a:rPr lang="ko-KR" altLang="en-US" dirty="0" err="1" smtClean="0"/>
              <a:t>케미리포트</a:t>
            </a:r>
            <a:r>
              <a:rPr lang="ko-KR" altLang="en-US" dirty="0" smtClean="0"/>
              <a:t> 작성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내가 한 선택</a:t>
            </a:r>
            <a:endParaRPr lang="en-US" altLang="ko-KR" dirty="0" smtClean="0"/>
          </a:p>
          <a:p>
            <a:r>
              <a:rPr lang="ko-KR" altLang="en-US" dirty="0" smtClean="0"/>
              <a:t>나를 선택한 사람들</a:t>
            </a:r>
            <a:endParaRPr lang="en-US" altLang="ko-KR" dirty="0"/>
          </a:p>
          <a:p>
            <a:r>
              <a:rPr lang="en-US" altLang="ko-KR" dirty="0" smtClean="0"/>
              <a:t>MBTI</a:t>
            </a:r>
            <a:r>
              <a:rPr lang="ko-KR" altLang="en-US" dirty="0" smtClean="0"/>
              <a:t>적 해석</a:t>
            </a:r>
            <a:endParaRPr lang="en-US" altLang="ko-KR" dirty="0" smtClean="0"/>
          </a:p>
          <a:p>
            <a:r>
              <a:rPr lang="ko-KR" altLang="en-US" dirty="0" smtClean="0"/>
              <a:t>드라마틱 해석</a:t>
            </a:r>
            <a:endParaRPr lang="en-US" altLang="ko-KR" dirty="0" smtClean="0"/>
          </a:p>
          <a:p>
            <a:r>
              <a:rPr lang="ko-KR" altLang="en-US" dirty="0" smtClean="0"/>
              <a:t>베이킹 파트너</a:t>
            </a:r>
            <a:endParaRPr lang="en-US" altLang="ko-KR" dirty="0" smtClean="0"/>
          </a:p>
          <a:p>
            <a:r>
              <a:rPr lang="ko-KR" altLang="en-US" dirty="0" smtClean="0"/>
              <a:t>관계 스냅샷</a:t>
            </a:r>
            <a:endParaRPr lang="en-US" altLang="ko-KR" dirty="0" smtClean="0"/>
          </a:p>
          <a:p>
            <a:r>
              <a:rPr lang="ko-KR" altLang="en-US" dirty="0" smtClean="0"/>
              <a:t>총평 </a:t>
            </a:r>
            <a:endParaRPr lang="en-US" altLang="ko-KR" dirty="0" smtClean="0"/>
          </a:p>
          <a:p>
            <a:r>
              <a:rPr lang="ko-KR" altLang="en-US" dirty="0" smtClean="0"/>
              <a:t>기준으로 작성</a:t>
            </a:r>
            <a:endParaRPr lang="en-US" altLang="ko-KR" dirty="0" smtClean="0"/>
          </a:p>
        </p:txBody>
      </p:sp>
      <p:sp>
        <p:nvSpPr>
          <p:cNvPr id="64" name="직사각형 63"/>
          <p:cNvSpPr/>
          <p:nvPr/>
        </p:nvSpPr>
        <p:spPr>
          <a:xfrm>
            <a:off x="6621961" y="2479834"/>
            <a:ext cx="2002972" cy="350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전송</a:t>
            </a:r>
            <a:endParaRPr lang="en-US" altLang="ko-KR" sz="1200" dirty="0" smtClean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0" y="1675073"/>
            <a:ext cx="3308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자리 배치된 사람들은 </a:t>
            </a:r>
            <a:endParaRPr lang="en-US" altLang="ko-KR" dirty="0" smtClean="0"/>
          </a:p>
          <a:p>
            <a:r>
              <a:rPr lang="ko-KR" altLang="en-US" dirty="0" err="1" smtClean="0"/>
              <a:t>케미점수가</a:t>
            </a:r>
            <a:r>
              <a:rPr lang="ko-KR" altLang="en-US" dirty="0" smtClean="0"/>
              <a:t> 뜨게 해줌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075723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785</Words>
  <Application>Microsoft Office PowerPoint</Application>
  <PresentationFormat>와이드스크린</PresentationFormat>
  <Paragraphs>261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DB400TFA</dc:creator>
  <cp:lastModifiedBy>DB400TFA</cp:lastModifiedBy>
  <cp:revision>9</cp:revision>
  <dcterms:created xsi:type="dcterms:W3CDTF">2026-03-24T04:43:05Z</dcterms:created>
  <dcterms:modified xsi:type="dcterms:W3CDTF">2026-04-22T06:20:52Z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